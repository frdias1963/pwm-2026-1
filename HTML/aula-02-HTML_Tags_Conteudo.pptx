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06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75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- Tags de Conteúdo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head, body, p, h1-h6, a, br, hr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Web e </a:t>
            </a: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b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b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8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Flávio Dias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Revisão: Estrutura Básica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&lt;head&gt; - Cabeçalho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invisíveis: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Título da página (&lt;title&gt;)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Codificação (charset)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Links para </a:t>
            </a:r>
            <a:r>
              <a:rPr lang="en-US" sz="1500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– </a:t>
            </a:r>
            <a:r>
              <a:rPr lang="en-US" sz="1500" dirty="0" err="1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Folhas</a:t>
            </a:r>
            <a:r>
              <a:rPr lang="en-US" sz="1500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500" dirty="0" err="1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Scripts JavaScript</a:t>
            </a:r>
            <a:endParaRPr lang="en-US" sz="1500" dirty="0"/>
          </a:p>
          <a:p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 tags (SEO</a:t>
            </a:r>
            <a:r>
              <a:rPr lang="en-US" sz="1500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- </a:t>
            </a:r>
            <a:r>
              <a:rPr lang="pt-BR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para Mecanismos de Busca</a:t>
            </a:r>
            <a:endParaRPr lang="en-US" sz="1500" dirty="0">
              <a:solidFill>
                <a:srgbClr val="2C3E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&lt;body&gt; - Corpo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78308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visível: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Títulos e subtítulos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Parágrafos de texto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Imagens e vídeos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Links (hiperlinks)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Listas, tabelas, formulários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Títulos: &lt;h1&gt; até &lt;h6&gt;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tags &lt;h1&gt; a &lt;h6&gt; definem títulos e subtítulos, do mais importante (h1) ao menos importante (h6):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32004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HTML: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&lt;h1&gt;Título Principal&lt;/h1&gt;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&lt;h2&gt;Subtítulo&lt;/h2&gt;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&lt;h3&gt;Seção&lt;/h3&gt;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&lt;h4&gt;Subseção&lt;/h4&gt;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&lt;h5&gt;Tópico&lt;/h5&gt;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&lt;h6&gt;Subtópico&lt;/h6&gt;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aparece: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Principal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93776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Subtítulo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3776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37760" y="3200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Subseção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37760" y="34930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Tópico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7490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Subtópico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Hierarquia e Boas Práticas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9E6"/>
          </a:solidFill>
          <a:ln w="25400">
            <a:solidFill>
              <a:srgbClr val="FFB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5161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CC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</a:t>
            </a:r>
            <a:r>
              <a:rPr lang="en-US" sz="1800" b="1" dirty="0">
                <a:solidFill>
                  <a:srgbClr val="CC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Importantes: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apenas UM &lt;h1&gt; por página (título principal)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a ordem hierárquica (não pule níveis)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títulos para estrutura, não para tamanho de fonte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4114800" cy="2286000"/>
          </a:xfrm>
          <a:prstGeom prst="rect">
            <a:avLst/>
          </a:prstGeom>
          <a:solidFill>
            <a:srgbClr val="E6F7E6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5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&lt;h1&gt;Meu Site&lt;/h1&gt;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5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&lt;h2&gt;Seção 1&lt;/h2&gt;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5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&lt;h3&gt;Tópico A&lt;/h3&gt;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5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&lt;h3&gt;Tópico B&lt;/h3&gt;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5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&lt;h2&gt;Seção 2&lt;/h2&gt;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377440"/>
            <a:ext cx="3931920" cy="2286000"/>
          </a:xfrm>
          <a:prstGeom prst="rect">
            <a:avLst/>
          </a:prstGeom>
          <a:solidFill>
            <a:srgbClr val="FFE6E6"/>
          </a:solidFill>
          <a:ln w="25400">
            <a:solidFill>
              <a:srgbClr val="DC3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INCORRETO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2880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&lt;h1&gt;Meu Site&lt;/h1&gt;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C3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&lt;h1&gt;Seção 1&lt;/h1&gt;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C3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&lt;h4&gt;Tópico&lt;/h4&gt;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C3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&lt;h2&gt;Outro título&lt;/h2&gt;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Pulou níveis! --&gt;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Parágrafos: &lt;p&gt;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&lt;p&gt; define parágrafos de texto. O navegador adiciona automaticamente espaçamento antes e depois.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4800" cy="310896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HTML: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&lt;h1&gt;Bem-vindo!&lt;/h1&gt;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&lt;p&gt;Este é o primeiro parágrafo.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 pode ter várias linhas 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texto.&lt;/p&gt;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&lt;p&gt;Este é o segundo parágrafo.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Haverá espaço automaticamente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 os parágrafos.&lt;/p&gt;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93192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no navegador: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Bem-vindo!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0" y="2560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é o primeiro parágrafo. Ele pode ter várias linhas de texto.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é o segundo parágrafo. Haverá espaço automaticamente entre os parágrafos.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Links: &lt;a&gt;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&lt;a&gt; (anchor) cria </a:t>
            </a: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hiperlinks</a:t>
            </a: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 atributo href define o destino do link.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128016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 Básica: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</a:t>
            </a:r>
            <a:r>
              <a:rPr lang="en-US" sz="18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href=</a:t>
            </a:r>
            <a:r>
              <a:rPr lang="en-US" sz="18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"URL_do_destino"</a:t>
            </a:r>
            <a:r>
              <a:rPr lang="en-US" sz="18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 do link</a:t>
            </a:r>
            <a:r>
              <a:rPr lang="en-US" sz="18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114800" cy="16459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7071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Link externo --&gt;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href="https://google.com"&gt;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Ir para Google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Link interno --&gt;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href="contato.html"&gt;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Fale Conosco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297180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Úteis: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35204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target="_blank"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Abre em nova aba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title="Descrição"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Tooltip ao passar o mouse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Quebra de Linha e Linha Horizontal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&lt;br&gt; - Quebra de Linha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vazia que força uma quebra de linha dentro de um elemento.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C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Obs: </a:t>
            </a:r>
            <a:r>
              <a:rPr lang="en-US" sz="1300" i="1" dirty="0">
                <a:solidFill>
                  <a:srgbClr val="CC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de tag de fechamento!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Primeira linha&lt;br&gt;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Segunda linha&lt;br&gt;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Terceira linha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114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&lt;hr&gt; - Linha Horizontal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uma linha horizontal para separar seções de conteúdo.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C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Obs: </a:t>
            </a:r>
            <a:r>
              <a:rPr lang="en-US" sz="1300" i="1" dirty="0">
                <a:solidFill>
                  <a:srgbClr val="CC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não precisa de tag de fechamento!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926080"/>
            <a:ext cx="3931920" cy="16459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3429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&lt;h2&gt;Seção 1&lt;/h2&gt;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&lt;p&gt;Conteúdo da seção 1.&lt;/p&gt;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&lt;hr&gt;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&lt;h2&gt;Seção 2&lt;/h2&gt;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&lt;p&gt;Conteúdo da seção 2.&lt;/p&gt;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Prático Completo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lang="pt-BR"&gt;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&lt;title&gt;Meu Primeiro Site&lt;/title&gt;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&lt;h1&gt;Bem-vindo ao Meu Site&lt;/h1&gt;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&lt;h2&gt;Sobre Mim&lt;/h2&gt;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&lt;p&gt;Olá! Meu nome é João.&lt;br&gt;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Estou aprendendo HTML.&lt;/p&gt;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&lt;hr&gt;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&lt;h2&gt;Links Úteis&lt;/h2&gt;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&lt;p&gt;Visite o &lt;a href="https://google.com" target="_blank"&gt;Google&lt;/a&gt;.&lt;/p&gt;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&lt;p&gt;&lt;a href="contato.html"&gt;Entre em contato&lt;/a&gt; comigo!&lt;/p&gt;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no Navegador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Bem-vindo ao Meu Site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Mim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Olá! Meu nome é João.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Estou aprendendo HTML.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788920"/>
            <a:ext cx="73152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Úteis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 o </a:t>
            </a:r>
            <a:r>
              <a:rPr lang="en-US" sz="1400" u="sng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em contato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comigo!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Aula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27432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00200"/>
            <a:ext cx="6949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&lt;h1&gt; a &lt;h6&gt;</a:t>
            </a: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Títulos e hierarquia de conteúdo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&lt;p&gt;</a:t>
            </a: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Parágrafos de texto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&lt;a&gt;</a:t>
            </a: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Links (hiperlinks) com href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&lt;br&gt;</a:t>
            </a: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Quebra de linha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&lt;hr&gt;</a:t>
            </a: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Linha horizontal separadora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82741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</a:t>
            </a:r>
            <a:r>
              <a:rPr lang="en-US" sz="80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2805443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827</Words>
  <Application>Microsoft Office PowerPoint</Application>
  <PresentationFormat>Apresentação na tela (16:9)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- Tags de Conteúdo</dc:title>
  <dc:subject>PptxGenJS Presentation</dc:subject>
  <dc:creator>Professor - Programação Web e Mobile</dc:creator>
  <cp:lastModifiedBy>Flávio Ricardo Dias de Souza</cp:lastModifiedBy>
  <cp:revision>5</cp:revision>
  <dcterms:created xsi:type="dcterms:W3CDTF">2026-02-09T18:28:59Z</dcterms:created>
  <dcterms:modified xsi:type="dcterms:W3CDTF">2026-02-09T19:35:28Z</dcterms:modified>
</cp:coreProperties>
</file>