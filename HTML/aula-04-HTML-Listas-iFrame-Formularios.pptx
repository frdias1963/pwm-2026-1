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6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5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- Listas, iFrame e Formulários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ul, ol, li, iframe, form, input, select, textarea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</a:p>
          <a:p>
            <a:pPr marL="0" indent="0" algn="ctr">
              <a:buNone/>
            </a:pPr>
            <a:endParaRPr lang="en-US" i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Não Ordenadas: &lt;ul&gt;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 marcadores (bullets). ul = Unordered List, li = List Item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1&lt;/li&gt;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2&lt;/li&gt;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3&lt;/li&gt;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Lista aninhada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&lt;li&gt;Frutas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&lt;li&gt;Maçã&lt;/li&gt;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&lt;li&gt;Banana&lt;/li&gt;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3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aninhada: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Frutas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○ Maçã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○ Banana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Ordenadas: &lt;ol&gt;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53108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numerada. ol = Ordered List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96841"/>
            <a:ext cx="4114800" cy="1554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9175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Básico: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57519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&lt;li&gt;Primeiro passo&lt;/li&gt;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&lt;li&gt;Segundo passo&lt;/li&gt;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&lt;li&gt;Terceiro passo&lt;/li&gt;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96841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8828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399761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Primeiro passo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Segundo passo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Terceiro passo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42761"/>
            <a:ext cx="8229600" cy="2120679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5402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 'type' - Tipos de Numeração: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257824"/>
              </p:ext>
            </p:extLst>
          </p:nvPr>
        </p:nvGraphicFramePr>
        <p:xfrm>
          <a:off x="742122" y="2925748"/>
          <a:ext cx="768096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type="1"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Números (padrão)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1, 2, 3, 4...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type="A"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Letras maiúsculas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A, B, C, D...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type="a"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Letras minúsculas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a, b, c, d...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type="I"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Algarismos romanos maiúsculos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I, II, III, IV...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type="i"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Algarismos romanos minúsculos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i, ii, iii, iv...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iFrame: &lt;iframe&gt;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1543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conteúdo externo (outras páginas, vídeos, mapas) dentro da sua página.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32212"/>
            <a:ext cx="8229600" cy="6400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835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10959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</a:t>
            </a: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</a:t>
            </a:r>
            <a:r>
              <a:rPr lang="en-US" sz="15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"URL"</a:t>
            </a: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</a:t>
            </a:r>
            <a:r>
              <a:rPr lang="en-US" sz="15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"600"</a:t>
            </a: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height=</a:t>
            </a:r>
            <a:r>
              <a:rPr lang="en-US" sz="15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"400"</a:t>
            </a:r>
            <a:r>
              <a:rPr lang="en-US" sz="15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&gt;&lt;/iframe&gt;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880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6126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Uso: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8993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Incorporar outra página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src="pagina.html"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width="100%" height="400"&gt;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YouTube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src="https://youtube.com/embed/ID"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width="560" height="315"&gt;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Google Maps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src="https://maps.google.com/..."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width="600" height="450"&gt;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9842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Importantes: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409907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URL do conteúdo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Dimensões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frameborder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Borda (0 = sem)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allowfullscreen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Tela cheia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Formulários: &lt;form&gt;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Coletam dados do usuário para enviar ao servidor.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316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Básica: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action="processar.php"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for="nome"&gt;Nome:&lt;/label&gt;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id="nome"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name="nome" required&gt;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name="email" required&gt;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&lt;form&gt;: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URL de destino dos dados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Método HTTP: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dados na URL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dados no corpo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Nome do formulário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on/off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Input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294791"/>
              </p:ext>
            </p:extLst>
          </p:nvPr>
        </p:nvGraphicFramePr>
        <p:xfrm>
          <a:off x="640080" y="1097280"/>
          <a:ext cx="7863840" cy="35661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Texto simples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type="text"&gt;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password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Senha (oculta caracteres)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type="password"&gt;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E-mail (valida formato)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type="email"&gt;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Número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type="number" min="1" max="10"&gt;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type="date"&gt;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Hora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type="time"&gt;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Seletor de cor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type="color"&gt;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Upload de arquivo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type="file"&gt;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checkbox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Caixa de seleção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type="checkbox"&gt;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radio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Botão de opção (única escolha)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type="radio" name="opcao"&gt;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Botão de envio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type="submit" value="Enviar"&gt;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button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Botão genérico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type="button" value="Clique"&gt;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Textarea e Datalist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1887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912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&lt;select&gt; - Menu de seleção: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name="cidade"&gt;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value="recife"&gt;Recife&lt;/option&gt;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value="sp"&gt;São Paulo&lt;/option&gt;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value="rj" selected&gt;Rio&lt;/option&gt;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opção pré-selecionada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permite múltiplas seleções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003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&lt;textarea&gt; - Área de texto: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735447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name="mensagem"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rows="5" cols="40"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placeholder="Digite aqui..."&gt;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&lt;/textarea&gt;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96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número de linhas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número de colunas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81267"/>
            <a:ext cx="4114800" cy="124915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64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&lt;datalist&gt; - Lista de sugestões: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list="navegadores"&gt;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&lt;datalist id="navegadores"&gt;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value="Chrome"&gt;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value="Firefox"&gt;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value="Safari"&gt;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&lt;/datalist&gt;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611879"/>
            <a:ext cx="3931920" cy="1218537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730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com sugestões automáticas. O usuário pode digitar ou escolher da lista.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Agrupamento: &lt;fieldset&gt; e &lt;legend&gt;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campos relacionados e adiciona título ao grupo.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4089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&lt;legend&gt;Dados Pessoais&lt;/legend&gt;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&lt;label&gt;Nome:&lt;/label&gt;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type="text" name="nome"&gt;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&lt;label&gt;Email:&lt;/label&gt;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type="email" name="email"&gt;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&lt;legend&gt;Endereço&lt;/legend&gt;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&lt;label&gt;Cidade:&lt;/label&gt;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type="text" name="cidade"&gt;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96596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Pessoais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_______________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_______________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200400"/>
            <a:ext cx="3474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Endereço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3566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Cidade: 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Organiza visualmente o formulário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Melhora a acessibilidade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Facilita a leitura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 Completo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7947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&lt;h1&gt;Formulário de Cadastro&lt;/h1&gt;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&lt;ul&gt;&lt;li&gt;Preencha todos os campos&lt;/li&gt;&lt;li&gt;Clique em Enviar&lt;/li&gt;&lt;/ul&gt;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&lt;form action="cadastro.php" method="POST"&gt;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&lt;legend&gt;Informações Pessoais&lt;/legend&gt;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&lt;label&gt;Nome: &lt;input type="text" name="nome" required&gt;&lt;/label&gt;&lt;br&gt;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&lt;label&gt;Email: &lt;input type="email" name="email" required&gt;&lt;/label&gt;&lt;br&gt;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&lt;label&gt;Data Nasc: &lt;input type="date" name="data"&gt;&lt;/label&gt;&lt;br&gt;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&lt;label&gt;Sexo: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type="radio" name="sexo" value="M"&gt; Masculino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type="radio" name="sexo" value="F"&gt; Feminino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&lt;/label&gt;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&lt;legend&gt;Preferências&lt;/legend&gt;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&lt;label&gt;Cidade: &lt;select name="cidade"&gt;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&lt;option&gt;Recife&lt;/option&gt;&lt;option&gt;São Paulo&lt;/option&gt;&lt;/select&gt;&lt;/label&gt;&lt;br&gt;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&lt;label&gt;Mensagem: &lt;textarea name="msg" rows="3"&gt;&lt;/textarea&gt;&lt;/label&gt;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type="submit"&gt;Enviar&lt;/button&gt;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&lt;/form&gt;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&lt;iframe src="mapa.html" width="300" height="200"&gt;&lt;/iframe&gt;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Listas: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&lt;ul&gt; (não ordenada), &lt;ol&gt; (ordenada), &lt;li&gt; (item)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iFrame: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&lt;iframe&gt; incorpora conteúdo externo (YouTube, Maps, páginas)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Formulários: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&lt;form&gt;, &lt;input&gt; (text, email, password, number, date, radio, checkbox)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&lt;select&gt;/&lt;option&gt;, &lt;textarea&gt;, &lt;datalist&gt;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&lt;fieldset&gt;/&lt;legend&gt; para agrupar campos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402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90883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1395</Words>
  <Application>Microsoft Office PowerPoint</Application>
  <PresentationFormat>Apresentação na tela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Listas, iFrame e Formulários</dc:title>
  <dc:subject>PptxGenJS Presentation</dc:subject>
  <dc:creator>Professor - Programação Web e Mobile</dc:creator>
  <cp:lastModifiedBy>Flávio Ricardo Dias de Souza</cp:lastModifiedBy>
  <cp:revision>3</cp:revision>
  <dcterms:created xsi:type="dcterms:W3CDTF">2026-02-09T19:39:22Z</dcterms:created>
  <dcterms:modified xsi:type="dcterms:W3CDTF">2026-02-09T19:54:25Z</dcterms:modified>
</cp:coreProperties>
</file>