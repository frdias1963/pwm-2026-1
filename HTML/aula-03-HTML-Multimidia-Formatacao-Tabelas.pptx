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2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3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- Multimídia, Formatação e Tabelas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img, </a:t>
            </a:r>
            <a:r>
              <a:rPr lang="en-US" sz="2800" dirty="0" err="1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áudio</a:t>
            </a: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800" dirty="0" err="1" smtClean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</a:t>
            </a: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formatação de texto, tabelas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Multimídia: Imagens &lt;img&gt;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&lt;img&gt; insere imagens na página. É uma tag vazia (sem fechamento).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Básica: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</a:t>
            </a:r>
            <a:r>
              <a:rPr lang="en-US" sz="16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"caminho/imagem.jpg"</a:t>
            </a:r>
            <a:r>
              <a:rPr lang="en-US" sz="16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alt=</a:t>
            </a:r>
            <a:r>
              <a:rPr lang="en-US" sz="16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"Descrição da imagem"</a:t>
            </a:r>
            <a:r>
              <a:rPr lang="en-US" sz="16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114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Principais: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Caminho/URL da imagem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Texto alternativo (acessibilidade)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Largura em pixels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Altura em pixels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93192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9260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Imagem local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src="foto.jpg"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alt="Minha foto"&gt;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 dimensões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src="logo.png"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alt="Logo"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width="200"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height="100"&gt;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Multimídia: &lt;audio&gt; e &lt;video&gt;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&lt;audio&gt; - Áudio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Mostra controles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Reproduz automaticamente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Repete continuamente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src="musica.mp3"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type="audio/mpeg"&gt;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Seu navegador não suporta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áudio HTML5.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&lt;/audio&gt;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&lt;video&gt; - Vídeo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adicionais: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Dimensões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Imagem de preview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Sem som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5204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width="640" height="360"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controls poster="capa.jpg"&gt;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src="video.mp4"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type="video/mp4"&gt;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Navegador não suporta vídeo.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&lt;/video&gt;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Formatação de Texto - Parte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971142"/>
              </p:ext>
            </p:extLst>
          </p:nvPr>
        </p:nvGraphicFramePr>
        <p:xfrm>
          <a:off x="640080" y="1234440"/>
          <a:ext cx="7863840" cy="3200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&lt;b&gt;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Negrito (sem ênfase semântica)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&lt;b&gt;Texto&lt;/b&gt;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Texto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&lt;strong&gt;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Negrito com IMPORTÂNCIA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&lt;strong&gt;Importante&lt;/strong&gt;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Importante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Itálico (sem ênfase semântica)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&lt;i&gt;Texto&lt;/i&gt;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</a:rPr>
                        <a:t>Texto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&lt;em&gt;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Itálico com ÊNFASE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&lt;em&gt;Ênfase&lt;/em&gt;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000000"/>
                          </a:solidFill>
                        </a:rPr>
                        <a:t>Ênfase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&lt;u&gt;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Sublinhado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&lt;u&gt;Sublinhado&lt;/u&gt;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u="sng" dirty="0">
                          <a:solidFill>
                            <a:srgbClr val="000000"/>
                          </a:solidFill>
                        </a:rPr>
                        <a:t>Sublinhado</a:t>
                      </a:r>
                      <a:endParaRPr lang="en-US" sz="1300" u="sng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Formatação de Texto - Parte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3200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 Visual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&lt;sub&gt;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Subscrito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H&lt;sub&gt;2&lt;/sub&gt;O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H₂O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&lt;sup&gt;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Sobrescrito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X&lt;sup&gt;2&lt;/sup&gt;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X²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&lt;mark&gt;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destacado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&lt;mark&gt;Marcado&lt;/mark&gt;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Marcado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&lt;del&gt;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deletado/riscado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&lt;del&gt;Removido&lt;/del&gt;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strike="sngStrike" dirty="0">
                          <a:solidFill>
                            <a:srgbClr val="000000"/>
                          </a:solidFill>
                        </a:rPr>
                        <a:t>Removido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&lt;ins&gt;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inserido/sublinhado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&lt;ins&gt;Adicionado&lt;/ins&gt;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Adicionado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&lt;pre&gt;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Texto pré-formatado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&lt;pre&gt;  Espaços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mantidos&lt;/pre&gt;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Espaços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mantidos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HTML - Estrutura Básica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1, Coluna 1&lt;/td&gt;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1, Coluna 2&lt;/td&gt;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2, Coluna 1&lt;/td&gt;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2, Coluna 2&lt;/td&gt;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Principais: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Define a tabela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Table Row (linha)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Table Data (célula)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Table Header (cabeçalho)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931920"/>
          <a:ext cx="3474720" cy="640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1, Coluna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1, Coluna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2, Coluna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2, Coluna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com Cabeçalho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44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&lt;th&gt;Nome&lt;/th&gt;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&lt;th&gt;Idade&lt;/th&gt;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&lt;td&gt;João&lt;/td&gt;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&lt;td&gt;25&lt;/td&gt;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&lt;td&gt;Maria&lt;/td&gt;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&lt;td&gt;30&lt;/td&gt;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Cabeçalho da tabela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Corpo da tabela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&lt;tfoot&gt;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Rodapé da tabela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474720"/>
          <a:ext cx="3474720" cy="1097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Nome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Idade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João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Maria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Mesclando Células: colspan e rowspan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9202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colspan - Mesclar Colunas: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 colspan="2"&gt;Ocupa 2 cols&lt;/td&gt;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&lt;td&gt;Célula 1&lt;/td&gt;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&lt;td&gt;Célula 2&lt;/td&gt;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73152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Ocupa 2 colunas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Célula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Célula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17520"/>
            <a:ext cx="4114800" cy="2005054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01155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rowspan - Mesclar Linhas:</a:t>
            </a:r>
            <a:endParaRPr lang="en-US" sz="1600" dirty="0"/>
          </a:p>
        </p:txBody>
      </p:sp>
      <p:sp>
        <p:nvSpPr>
          <p:cNvPr id="6" name="Text 6"/>
          <p:cNvSpPr/>
          <p:nvPr/>
        </p:nvSpPr>
        <p:spPr>
          <a:xfrm>
            <a:off x="640080" y="3605585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border="1"&gt;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 rowspan="2"&gt;Ocupa 2 linhas&lt;/td&gt;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1&lt;/td&gt;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&lt;td&gt;Linha 2&lt;/td&gt;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154680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Ocupa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linhas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Linha 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 Completo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&lt;title&gt;Multimídia e Formatação&lt;/title&gt;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&lt;h1&gt;Exemplo Completo&lt;/h1&gt;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src="logo.png" alt="Logo" width="150"&gt;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&lt;p&gt;Texto com &lt;strong&gt;negrito&lt;/strong&gt;, &lt;em&gt;itálico&lt;/em&gt; e &lt;mark&gt;destaque&lt;/mark&gt;.&lt;/p&gt;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&lt;p&gt;Fórmula: H&lt;sub&gt;2&lt;/sub&gt;O e X&lt;sup&gt;2&lt;/sup&gt;&lt;/p&gt;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&lt;table border="1"&gt;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&lt;tr&gt;&lt;th&gt;Produto&lt;/th&gt;&lt;th&gt;Preço&lt;/th&gt;&lt;/tr&gt;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&lt;tr&gt;&lt;td&gt;Mouse&lt;/td&gt;&lt;td&gt;R$ 50&lt;/td&gt;&lt;/tr&gt;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&lt;/table&gt;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&lt;audio controls&gt;&lt;source src="audio.mp3"&gt;&lt;/audio&gt;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Multimídia: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&lt;img&gt;, &lt;audio&gt;, &lt;video&gt; com atributos controls, autoplay, loop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Formatação: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&lt;b&gt;, &lt;strong&gt;, &lt;i&gt;, &lt;em&gt;, &lt;u&gt;, &lt;sub&gt;, &lt;sup&gt;, &lt;mark&gt;, &lt;del&gt;, &lt;ins&gt;, &lt;pre&gt;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Tabelas: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&lt;table&gt;, &lt;tr&gt;, &lt;td&gt;, &lt;th&gt;, &lt;thead&gt;, &lt;tbody&gt;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colspan (mesclar colunas) e rowspan (mesclar linhas)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809" y="231780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43010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1071</Words>
  <Application>Microsoft Office PowerPoint</Application>
  <PresentationFormat>Apresentação na tela (16:9)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Multimídia, Formatação e Tabelas</dc:title>
  <dc:subject>PptxGenJS Presentation</dc:subject>
  <dc:creator>Professor - Programação Web e Mobile</dc:creator>
  <cp:lastModifiedBy>Flávio Ricardo Dias de Souza</cp:lastModifiedBy>
  <cp:revision>3</cp:revision>
  <dcterms:created xsi:type="dcterms:W3CDTF">2026-02-09T18:50:26Z</dcterms:created>
  <dcterms:modified xsi:type="dcterms:W3CDTF">2026-02-09T19:34:56Z</dcterms:modified>
</cp:coreProperties>
</file>